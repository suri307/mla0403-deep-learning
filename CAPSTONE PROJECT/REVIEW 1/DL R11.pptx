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20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48" r:id="rId11"/>
    <p:sldId id="423" r:id="rId12"/>
    <p:sldId id="419" r:id="rId13"/>
    <p:sldId id="449" r:id="rId14"/>
    <p:sldId id="451" r:id="rId15"/>
    <p:sldId id="450" r:id="rId16"/>
    <p:sldId id="452" r:id="rId17"/>
    <p:sldId id="427" r:id="rId18"/>
    <p:sldId id="42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>
        <p:scale>
          <a:sx n="59" d="100"/>
          <a:sy n="59" d="100"/>
        </p:scale>
        <p:origin x="2098" y="6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0FB972-7DC1-4EF4-258E-7C18987BDF5A}"/>
              </a:ext>
            </a:extLst>
          </p:cNvPr>
          <p:cNvSpPr txBox="1"/>
          <p:nvPr/>
        </p:nvSpPr>
        <p:spPr>
          <a:xfrm>
            <a:off x="990600" y="1531606"/>
            <a:ext cx="701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in Airport in CCTV Surveillance videos Using YOLO and RCNN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E078B-CE04-F86A-FA87-65F357ACE68E}"/>
              </a:ext>
            </a:extLst>
          </p:cNvPr>
          <p:cNvSpPr txBox="1"/>
          <p:nvPr/>
        </p:nvSpPr>
        <p:spPr>
          <a:xfrm>
            <a:off x="3018408" y="2459037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NO:8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68599-F9B3-4F4A-379E-C35307F38F9E}"/>
              </a:ext>
            </a:extLst>
          </p:cNvPr>
          <p:cNvSpPr txBox="1"/>
          <p:nvPr/>
        </p:nvSpPr>
        <p:spPr>
          <a:xfrm>
            <a:off x="407670" y="4800600"/>
            <a:ext cx="38595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Dr.A.M.Arul Raj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D79ED-E7D8-6D7D-F85D-77C49E8054D2}"/>
              </a:ext>
            </a:extLst>
          </p:cNvPr>
          <p:cNvSpPr txBox="1"/>
          <p:nvPr/>
        </p:nvSpPr>
        <p:spPr>
          <a:xfrm>
            <a:off x="762000" y="3198167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MLA0430-Deep Learning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F0811-7F6D-C535-28E2-5F9916323028}"/>
              </a:ext>
            </a:extLst>
          </p:cNvPr>
          <p:cNvSpPr txBox="1"/>
          <p:nvPr/>
        </p:nvSpPr>
        <p:spPr>
          <a:xfrm>
            <a:off x="4876802" y="4813261"/>
            <a:ext cx="459049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Presented by:</a:t>
            </a:r>
          </a:p>
          <a:p>
            <a:pPr algn="just"/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D.Philip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(192425348)</a:t>
            </a:r>
          </a:p>
          <a:p>
            <a:pPr algn="just"/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G.Venkata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Sai(192425388)</a:t>
            </a:r>
          </a:p>
          <a:p>
            <a:pPr algn="just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P.Uday Kumar Reddy(192425343)</a:t>
            </a:r>
          </a:p>
          <a:p>
            <a:pPr algn="just"/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P.Surendra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 Reddy(192425224)</a:t>
            </a:r>
          </a:p>
          <a:p>
            <a:pPr algn="just"/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65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172" y="2209800"/>
            <a:ext cx="7086600" cy="2133600"/>
          </a:xfrm>
        </p:spPr>
        <p:txBody>
          <a:bodyPr>
            <a:noAutofit/>
          </a:bodyPr>
          <a:lstStyle/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multiple CCTV cameras is time-consuming and may lead to delayed identification of suspicious activities.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techniques automate weapon detection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video frames with high accuracy and speed. 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performs real-time object detection, while R-CNN provides accurate classification and localization of detected weapons. 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generates instant alerts, helping security personnel respond quickly and improve airport safety.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9252"/>
            <a:ext cx="7086600" cy="33905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surveillance system capable of detecting weapons from airport CCTV video streams in real time. </a:t>
            </a:r>
          </a:p>
          <a:p>
            <a:pPr marL="0" indent="0" algn="just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weapons such as pistols and knives using deep learning-based object detection models.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while reducing false alarms in crowded airport environments.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32" y="2249414"/>
            <a:ext cx="8261350" cy="3200400"/>
          </a:xfrm>
        </p:spPr>
        <p:txBody>
          <a:bodyPr>
            <a:noAutofit/>
          </a:bodyPr>
          <a:lstStyle/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 surveillance systems continuously monitor passenger movement to detect suspicious activities and maintain public safety. </a:t>
            </a:r>
          </a:p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operators may miss critical events due to fatigue, limited attention, or the large number of CCTV cameras. </a:t>
            </a:r>
          </a:p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enables automatic identification and localization of dangerous objects in surveillance videos. </a:t>
            </a:r>
          </a:p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offers fast detection suitable for live monitoring, whereas R-CNN improves detection accuracy through detailed region analysis.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2954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 &amp; Requirement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B5021AF-5820-45F8-8E9E-0CED0253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BD6001-E4CB-CB1E-3B44-3ABD3DE21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719124"/>
              </p:ext>
            </p:extLst>
          </p:nvPr>
        </p:nvGraphicFramePr>
        <p:xfrm>
          <a:off x="543197" y="2373391"/>
          <a:ext cx="8057606" cy="436630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99946">
                  <a:extLst>
                    <a:ext uri="{9D8B030D-6E8A-4147-A177-3AD203B41FA5}">
                      <a16:colId xmlns:a16="http://schemas.microsoft.com/office/drawing/2014/main" val="492927034"/>
                    </a:ext>
                  </a:extLst>
                </a:gridCol>
                <a:gridCol w="1099261">
                  <a:extLst>
                    <a:ext uri="{9D8B030D-6E8A-4147-A177-3AD203B41FA5}">
                      <a16:colId xmlns:a16="http://schemas.microsoft.com/office/drawing/2014/main" val="3580393463"/>
                    </a:ext>
                  </a:extLst>
                </a:gridCol>
                <a:gridCol w="1277542">
                  <a:extLst>
                    <a:ext uri="{9D8B030D-6E8A-4147-A177-3AD203B41FA5}">
                      <a16:colId xmlns:a16="http://schemas.microsoft.com/office/drawing/2014/main" val="3623608211"/>
                    </a:ext>
                  </a:extLst>
                </a:gridCol>
                <a:gridCol w="1429937">
                  <a:extLst>
                    <a:ext uri="{9D8B030D-6E8A-4147-A177-3AD203B41FA5}">
                      <a16:colId xmlns:a16="http://schemas.microsoft.com/office/drawing/2014/main" val="2762830139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114339948"/>
                    </a:ext>
                  </a:extLst>
                </a:gridCol>
                <a:gridCol w="935344">
                  <a:extLst>
                    <a:ext uri="{9D8B030D-6E8A-4147-A177-3AD203B41FA5}">
                      <a16:colId xmlns:a16="http://schemas.microsoft.com/office/drawing/2014/main" val="3725357130"/>
                    </a:ext>
                  </a:extLst>
                </a:gridCol>
                <a:gridCol w="1488905">
                  <a:extLst>
                    <a:ext uri="{9D8B030D-6E8A-4147-A177-3AD203B41FA5}">
                      <a16:colId xmlns:a16="http://schemas.microsoft.com/office/drawing/2014/main" val="2652510508"/>
                    </a:ext>
                  </a:extLst>
                </a:gridCol>
              </a:tblGrid>
              <a:tr h="626077"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  <a:p>
                      <a:pPr algn="just"/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5761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Weapon Detection in Surveillance Videos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Object Detection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accuracy with real-time performance in CCTV surveillance.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7015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Patel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Airport Surveillance Using AI-Based Weapon Detection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 Analytics &amp; Object Detection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+ Faster R-CNN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approach improved precision, recall, and overall detection accuracy.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82835"/>
                  </a:ext>
                </a:extLst>
              </a:tr>
              <a:tr h="1179906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2023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/>
                        <a:t>J. Redmon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YOLO: Real-Time Object Detection for Security Applications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Single-stage Object Detection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YOLOv7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Faster detection speed with low latency for live surveillance systems.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378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235" y="2367966"/>
            <a:ext cx="7086600" cy="2667000"/>
          </a:xfrm>
        </p:spPr>
        <p:txBody>
          <a:bodyPr>
            <a:noAutofit/>
          </a:bodyPr>
          <a:lstStyle/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airport surveillance systems mainly depend on manual monitoring, making continuous observation difficult. 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personnel may fail to identify hidden or fast-moving weapons during crowded situations.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increases response time and may compromise passenger safety.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an automated AI-based system capable of detecting weapons accurately in real time. 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6109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28700" y="2209800"/>
            <a:ext cx="70866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196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staff continuously observe CCTV footage to identify suspicious objects or activities manually.</a:t>
            </a:r>
          </a:p>
          <a:p>
            <a:pPr marL="425196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monitoring is prone to fatigue, reduced concentration, and delayed responses during long working hours. </a:t>
            </a:r>
          </a:p>
          <a:p>
            <a:pPr marL="425196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computer vision methods struggle under varying lighting conditions and crowded environments.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60" y="162956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1028700" y="2514600"/>
            <a:ext cx="70866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CCTV video is continuously captured and divided into individual image frames for processing. 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detects potential weapons quickly by predicting object locations in a single pass. 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R-CNN verifies detected objects and refines bounding boxes for higher localization accuracy.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Whenever a weapon is confirmed, the system immediately sends alerts to airport security personnel.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15009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Overall System Architecture Design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AF0C8A-1C0A-161E-62A9-B4B440CC6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70"/>
          <a:stretch>
            <a:fillRect/>
          </a:stretch>
        </p:blipFill>
        <p:spPr>
          <a:xfrm>
            <a:off x="2819400" y="1942260"/>
            <a:ext cx="3276600" cy="47448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1135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CE38-87E1-16DD-7917-E4CC93DDCEB1}"/>
              </a:ext>
            </a:extLst>
          </p:cNvPr>
          <p:cNvSpPr txBox="1">
            <a:spLocks/>
          </p:cNvSpPr>
          <p:nvPr/>
        </p:nvSpPr>
        <p:spPr>
          <a:xfrm>
            <a:off x="970280" y="1053297"/>
            <a:ext cx="7086600" cy="23757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17FD7-8FB6-FA88-4F0D-0B350FE792FD}"/>
              </a:ext>
            </a:extLst>
          </p:cNvPr>
          <p:cNvSpPr txBox="1"/>
          <p:nvPr/>
        </p:nvSpPr>
        <p:spPr>
          <a:xfrm>
            <a:off x="970280" y="2090409"/>
            <a:ext cx="7210671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public safety by detecting dangerous weapons before security incidents escalate.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airport authorities in maintaining secure transportation infrastructure.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crime risks through continuous AI-based surveillance and rapid response.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law enforcement capabilities using intelligent monitoring technologies.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6002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847725" y="2514600"/>
            <a:ext cx="70866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Convolutional Neural Network (R-CNN)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CCTV video, extract frames, and preprocess images using resizing, normalization, and noise removal.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weapons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verify detections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R-CNN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accuracy and reduce false positives.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real-time alerts, store detection logs in the database, and notify airport security for immediate action.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912" y="964573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&amp; 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5E29-3909-BB2C-BA0E-835AACDF4EE6}"/>
              </a:ext>
            </a:extLst>
          </p:cNvPr>
          <p:cNvSpPr txBox="1">
            <a:spLocks/>
          </p:cNvSpPr>
          <p:nvPr/>
        </p:nvSpPr>
        <p:spPr>
          <a:xfrm>
            <a:off x="847586" y="2002402"/>
            <a:ext cx="70866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 – CCTV Video Acquisition &amp; Image Preprocessing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CCTV video, extracts frames, and preprocesses images to improve detection quality.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 – Weapon Detection Using YOLO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weapons such as guns and knives in video frames quickly using the YOLO object detection algorithm.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M3 – Weapon Verification Using R-CNN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YOLO detections by refining object localization and reducing false positive detections.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M4 – Alert Generation, Database Storage &amp; Security Notification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alerts, stores detection results in the database, and notifies airport security personnel immediately.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0007-7C4A-7C31-E28F-4426F57D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47800"/>
            <a:ext cx="7886700" cy="242889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 – CCTV Video Acquisition &amp; Image Preprocessing</a:t>
            </a:r>
            <a:br>
              <a:rPr lang="en-IN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B87FD-EDF9-B12F-1C63-377D9830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65092"/>
            <a:ext cx="7886700" cy="3967163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continuous video streams from airport surveillance cameras for real-time monitoring.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captured video into individual image frames for detailed analysis.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each frame to the input size required by the YOLO and R-CNN models.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normalization and noise removal techniques to improve image quality.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processed frames for accurate weapon detection and classification in the next module.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6648F-254D-AB65-23D0-2EFF1402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935F7-724A-D0D4-5B03-E5892E72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DC891B39-3F4E-C3D4-1C2A-48FFD75BF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06C0665-DCEB-7435-F89E-637AD057A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9417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5EAC-5FAC-9E5E-FBB0-C65BC466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068" y="983455"/>
            <a:ext cx="78867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 – Weapon Detection Using YOLO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0D695-90C4-13BA-740D-DBAEBA6E2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weapons such as guns and knives in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CCTV video frames.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location of each weapon by drawing bounding boxes around detected objects.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confidence scores to indicate the accuracy of each detection.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multiple objects in a single frame with high speed for real-time surveillance.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47066-2A1A-543C-ABBA-3C9AAEC7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2059E-B8D3-EC75-6DBD-6439CDFD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0E2E1B-AE3A-3CFF-DEEE-843967F85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402856"/>
            <a:ext cx="619125" cy="828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F70BA7-403E-CD9B-5813-37D524CF0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5" y="429420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1AE2-0656-431E-CFF4-EFB4B55FE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43000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 – Weapon Verification Using R-CNN</a:t>
            </a:r>
            <a:b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75B46-81F0-90B2-CE26-EB0248FAE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81" y="2051080"/>
            <a:ext cx="7886700" cy="4351338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weapons detected by the YOLO model to improve detection reliability.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Refines the bounding boxes for more accurate localization of detected weapons.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positives by distinguishing weapons from similar-looking objects.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type of detected weapon using region-based feature extraction.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F5A84-6D93-101F-42AF-C460F053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40343-1432-1D64-E642-BAA76A14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3659702-FA46-EB02-00BC-6B0E5FE12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476633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BA43FD-3C3F-C39D-B6EB-F200BDC0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21" y="423031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6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B423-B135-90DA-006D-911A7A55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314F-40C0-A4DB-FD0D-F7D872EB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450" y="984375"/>
            <a:ext cx="7543800" cy="1128309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 – Alert Generation, Database Storage &amp; Security Notification</a:t>
            </a:r>
            <a:b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CD65-59A3-03BB-567D-F576A601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12684"/>
            <a:ext cx="7886700" cy="4351338"/>
          </a:xfrm>
        </p:spPr>
        <p:txBody>
          <a:bodyPr/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alerts immediately after a weapon is verified by the detection system.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detection details, images, timestamps, and confidence scores in the database.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instant notifications to the airport security control room for rapid response.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detected weapon with bounding boxes and confidence scores on the monitoring screen.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F045D-491B-0946-E9DB-61192592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38BA4-852D-7E65-DF62-EFD63B8A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D5D088-79E9-2A28-A800-DE99A2945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402856"/>
            <a:ext cx="619125" cy="828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9A7C1E-246C-7C11-E8FC-31FB33A2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5" y="429420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881109" y="2316162"/>
            <a:ext cx="723900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YOLO and R-CNN to provide fast and accurate weapon detection in airport CCTV surveillance.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enables real-time object detection, while R-CNN improves localization and classification accuracy.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reduces manual monitoring effort and minimizes response time during security incidents.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passenger safety and supports airport security personnel with intelligent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857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533400" y="2249664"/>
            <a:ext cx="7981950" cy="2362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r>
              <a:rPr lang="en-IN" dirty="0"/>
              <a:t>Shanthi, P., and V. Manjula. "A systematic review on CNN-YOLO techniques for face and weapon detection in crime prevention." </a:t>
            </a:r>
            <a:r>
              <a:rPr lang="en-IN" i="1" dirty="0"/>
              <a:t>Discover Computing</a:t>
            </a:r>
            <a:r>
              <a:rPr lang="en-IN" dirty="0"/>
              <a:t> 28.1 (2025): 204.</a:t>
            </a:r>
          </a:p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r>
              <a:rPr lang="en-IN" dirty="0"/>
              <a:t>Sandhu, </a:t>
            </a:r>
            <a:r>
              <a:rPr lang="en-IN" dirty="0" err="1"/>
              <a:t>Simratjit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and Rekha Bhatia. "A Review of Visible and Concealed Weapon Detection Techniques Using Machine Learning and Deep Learning." </a:t>
            </a:r>
            <a:r>
              <a:rPr lang="en-IN" i="1" dirty="0"/>
              <a:t>SN Computer Science</a:t>
            </a:r>
            <a:r>
              <a:rPr lang="en-IN" dirty="0"/>
              <a:t> 6.6 (2025): 611.</a:t>
            </a:r>
          </a:p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r>
              <a:rPr lang="en-IN" dirty="0"/>
              <a:t> Alamri, Faisal. "Comprehensive study on object detection for security and surveillance: A concise review." </a:t>
            </a:r>
            <a:r>
              <a:rPr lang="en-IN" i="1" dirty="0"/>
              <a:t>Multimedia Tools and Applications</a:t>
            </a:r>
            <a:r>
              <a:rPr lang="en-IN" dirty="0"/>
              <a:t> 84.34 (2025): 42321-42352.</a:t>
            </a:r>
          </a:p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6131</TotalTime>
  <Words>1233</Words>
  <Application>Microsoft Office PowerPoint</Application>
  <PresentationFormat>On-screen Show (4:3)</PresentationFormat>
  <Paragraphs>165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宋体</vt:lpstr>
      <vt:lpstr>Arial</vt:lpstr>
      <vt:lpstr>AvantGarde</vt:lpstr>
      <vt:lpstr>Calibri</vt:lpstr>
      <vt:lpstr>Calibri Light</vt:lpstr>
      <vt:lpstr>Times New Roman</vt:lpstr>
      <vt:lpstr>Wingdings</vt:lpstr>
      <vt:lpstr>Wingdings 2</vt:lpstr>
      <vt:lpstr>Office Theme</vt:lpstr>
      <vt:lpstr>PowerPoint Presentation</vt:lpstr>
      <vt:lpstr>Abstract </vt:lpstr>
      <vt:lpstr>Aim and Objective </vt:lpstr>
      <vt:lpstr>Introduction</vt:lpstr>
      <vt:lpstr>Literature Review &amp; Requirement Analysis</vt:lpstr>
      <vt:lpstr>Problem Statement</vt:lpstr>
      <vt:lpstr>Existing System </vt:lpstr>
      <vt:lpstr>Proposed  System </vt:lpstr>
      <vt:lpstr>Overall System Architecture Design </vt:lpstr>
      <vt:lpstr>Sustainable Development Goal (SDG) Implementation</vt:lpstr>
      <vt:lpstr>Proposed Methodology and Algorithm  </vt:lpstr>
      <vt:lpstr>Design &amp; Module Planning</vt:lpstr>
      <vt:lpstr>  M1 – CCTV Video Acquisition &amp; Image Preprocessing </vt:lpstr>
      <vt:lpstr>M2 – Weapon Detection Using YOLO </vt:lpstr>
      <vt:lpstr>M3 – Weapon Verification Using R-CNN </vt:lpstr>
      <vt:lpstr>M4 – Alert Generation, Database Storage &amp; Security Notification </vt:lpstr>
      <vt:lpstr>Conclusion</vt:lpstr>
      <vt:lpstr>References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Putluru Uday Reddy</cp:lastModifiedBy>
  <cp:revision>426</cp:revision>
  <dcterms:created xsi:type="dcterms:W3CDTF">2000-07-06T15:05:59Z</dcterms:created>
  <dcterms:modified xsi:type="dcterms:W3CDTF">2026-08-12T04:54:10Z</dcterms:modified>
</cp:coreProperties>
</file>